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AA7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01</a:t>
            </a:r>
            <a:endParaRPr lang="en-US" sz="700" dirty="0"/>
          </a:p>
        </p:txBody>
      </p:sp>
      <p:pic>
        <p:nvPicPr>
          <p:cNvPr id="3" name="Image 0" descr="/Users/mfm/.codex/.chatgpt-projects/g-p-6a9c48b684508191a6d792b88ea543d7/slough-media-walls/assets/burnham-before-after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20840" y="0"/>
            <a:ext cx="5468112" cy="6858000"/>
          </a:xfrm>
          <a:prstGeom prst="rect">
            <a:avLst/>
          </a:prstGeom>
          <a:solidFill>
            <a:srgbClr val="171716"/>
          </a:solidFill>
          <a:ln w="12700">
            <a:solidFill>
              <a:srgbClr val="17171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20840" y="0"/>
            <a:ext cx="5468112" cy="6858000"/>
          </a:xfrm>
          <a:prstGeom prst="rect">
            <a:avLst/>
          </a:prstGeom>
          <a:solidFill>
            <a:srgbClr val="171716">
              <a:alpha val="52000"/>
            </a:srgbClr>
          </a:solidFill>
          <a:ln w="12700">
            <a:solidFill>
              <a:srgbClr val="171716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68580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BRANDED PRODUCT + GROWTH BLUEPRINT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&amp; Frame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to lead locally.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D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design-led lead-generation product for bespoke media walls — engineered to turn visual proof into qualified site visits.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571500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ROLE: BRAND · UX/UI · CREATIVE DIRECTION · DESIGN SYSTEM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77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02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BRAND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brand people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recognise before they need it.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057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remit is to convert a highly visual trade service into a coherent, premium customer experience across every touchpoint.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310896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327355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" y="3493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promise, tone, positioning, service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310896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0792" y="327355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IDENTITY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50792" y="3493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Mark, type, palette, photography and motion direction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434340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45079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DESIGN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58952" y="47274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site, configurator, quote, chat and booking UX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86200" y="434340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0792" y="4507992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GROWTH CREATIVE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50792" y="47274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concepts, before/after templates, local proof and retargeting</a:t>
            </a:r>
            <a:endParaRPr lang="en-US" sz="1100" dirty="0"/>
          </a:p>
        </p:txBody>
      </p:sp>
      <p:pic>
        <p:nvPicPr>
          <p:cNvPr id="18" name="Image 0" descr="/Users/mfm/.codex/.chatgpt-projects/g-p-6a9c48b684508191a6d792b88ea543d7/slough-media-walls/assets/burnham-before-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594360"/>
            <a:ext cx="384048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AA7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03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system.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brochure site.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3200400"/>
            <a:ext cx="1901952" cy="1307592"/>
          </a:xfrm>
          <a:prstGeom prst="rect">
            <a:avLst/>
          </a:prstGeom>
          <a:solidFill>
            <a:srgbClr val="272824"/>
          </a:solidFill>
          <a:ln w="12700">
            <a:solidFill>
              <a:srgbClr val="2728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340156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0664" y="3703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" y="402336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D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/ organic / search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51176" y="37307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2A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880360" y="3200400"/>
            <a:ext cx="1901952" cy="1307592"/>
          </a:xfrm>
          <a:prstGeom prst="rect">
            <a:avLst/>
          </a:prstGeom>
          <a:solidFill>
            <a:srgbClr val="272824"/>
          </a:solidFill>
          <a:ln w="12700">
            <a:solidFill>
              <a:srgbClr val="2728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6664" y="340156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26664" y="3703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26664" y="402336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D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studies + proof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37176" y="37307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2A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166360" y="3200400"/>
            <a:ext cx="1901952" cy="1307592"/>
          </a:xfrm>
          <a:prstGeom prst="rect">
            <a:avLst/>
          </a:prstGeom>
          <a:solidFill>
            <a:srgbClr val="272824"/>
          </a:solidFill>
          <a:ln w="12700">
            <a:solidFill>
              <a:srgbClr val="2728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12664" y="340156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12664" y="3703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12664" y="402336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D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choices + price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23176" y="37307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2A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452360" y="3200400"/>
            <a:ext cx="1901952" cy="1307592"/>
          </a:xfrm>
          <a:prstGeom prst="rect">
            <a:avLst/>
          </a:prstGeom>
          <a:solidFill>
            <a:srgbClr val="272824"/>
          </a:solidFill>
          <a:ln w="12700">
            <a:solidFill>
              <a:srgbClr val="2728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98664" y="340156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598664" y="3703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98664" y="402336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D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Brief, budget, postcode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09176" y="37307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2AF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9738360" y="3200400"/>
            <a:ext cx="1901952" cy="1307592"/>
          </a:xfrm>
          <a:prstGeom prst="rect">
            <a:avLst/>
          </a:prstGeom>
          <a:solidFill>
            <a:srgbClr val="B86A3B"/>
          </a:solidFill>
          <a:ln w="12700">
            <a:solidFill>
              <a:srgbClr val="B86A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340156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884664" y="3703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84664" y="402336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D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→ visit → quote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9C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principle: every page exists to move a customer toward a better, more informed consultation.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77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04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DESIGN DELIVERABLES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design system that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actually scale.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2402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51560" y="22402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narrative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2240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Audience, local competitor scan, offer and positioning.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9077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290779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art direction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9077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suite, typography, colour, imagery rules, social templates.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5753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51560" y="35753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&amp; UI product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5753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map, user journeys, responsive component system, prototype.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242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42428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assets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42428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Configurator states, proforma quote, chat flows, lead capture.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9103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" y="49103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7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Paid-social creative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49103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hooks, carousels, before/after cards, offer variants.</a:t>
            </a:r>
            <a:endParaRPr lang="en-US" sz="1100" dirty="0"/>
          </a:p>
        </p:txBody>
      </p:sp>
      <p:pic>
        <p:nvPicPr>
          <p:cNvPr id="20" name="Image 0" descr="/Users/mfm/.codex/.chatgpt-projects/g-p-6a9c48b684508191a6d792b88ea543d7/slough-media-walls/assets/charcoal-before-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051560"/>
            <a:ext cx="46634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77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BUILD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for measurement,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admiration.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2240280"/>
            <a:ext cx="5394960" cy="548640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42316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END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11680" y="239572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UI · visualiser · instant price logic · quote modal · chat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3017520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20040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11680" y="317296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Enquiries · concepts · chat logs · calendar integration · email alerts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794760"/>
            <a:ext cx="5394960" cy="548640"/>
          </a:xfrm>
          <a:prstGeom prst="rect">
            <a:avLst/>
          </a:prstGeom>
          <a:solidFill>
            <a:srgbClr val="EAE7DF"/>
          </a:solidFill>
          <a:ln w="12700">
            <a:solidFill>
              <a:srgbClr val="EAE7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97764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011680" y="395020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capture · Meta Pixel · Conversions API · event taxonomy · CRM status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572000"/>
            <a:ext cx="5394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7548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11680" y="472744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view · response SLAs · quote workflow · portfolio CMS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1417320"/>
            <a:ext cx="4754880" cy="4114800"/>
          </a:xfrm>
          <a:prstGeom prst="rect">
            <a:avLst/>
          </a:prstGeom>
          <a:solidFill>
            <a:srgbClr val="272824"/>
          </a:solidFill>
          <a:ln w="12700">
            <a:solidFill>
              <a:srgbClr val="2728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TAXONOMY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95160" y="23317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view_project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277063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start_configurator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320954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save_concept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364845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open_proforma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95160" y="40873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start_booking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95160" y="45262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submit_enquiry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AA7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06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ADS PLAYBOOK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creative is the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targeting advantage.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3017520"/>
            <a:ext cx="2926080" cy="896112"/>
          </a:xfrm>
          <a:prstGeom prst="rect">
            <a:avLst/>
          </a:prstGeom>
          <a:solidFill>
            <a:srgbClr val="2D2E2B"/>
          </a:solidFill>
          <a:ln w="12700">
            <a:solidFill>
              <a:srgbClr val="2D2E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316382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" y="31638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" y="343814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D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sec reel: bare wall → finished install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0" y="3017520"/>
            <a:ext cx="2926080" cy="896112"/>
          </a:xfrm>
          <a:prstGeom prst="rect">
            <a:avLst/>
          </a:prstGeom>
          <a:solidFill>
            <a:srgbClr val="2D2E2B"/>
          </a:solidFill>
          <a:ln w="12700">
            <a:solidFill>
              <a:srgbClr val="2D2E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78224" y="316382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34840" y="31638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78224" y="343814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D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Carousel: “Which side module suits your room?”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4251960"/>
            <a:ext cx="2926080" cy="896112"/>
          </a:xfrm>
          <a:prstGeom prst="rect">
            <a:avLst/>
          </a:prstGeom>
          <a:solidFill>
            <a:srgbClr val="2D2E2B"/>
          </a:solidFill>
          <a:ln w="12700">
            <a:solidFill>
              <a:srgbClr val="2D2E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439826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97280" y="43982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" y="467258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D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Click-to-message / quotation CTA with postcode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4251960"/>
            <a:ext cx="2926080" cy="896112"/>
          </a:xfrm>
          <a:prstGeom prst="rect">
            <a:avLst/>
          </a:prstGeom>
          <a:solidFill>
            <a:srgbClr val="2D2E2B"/>
          </a:solidFill>
          <a:ln w="12700">
            <a:solidFill>
              <a:srgbClr val="2D2E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8224" y="4398264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34840" y="43982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78224" y="467258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7D3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viewers, configurator starters, quote openers</a:t>
            </a:r>
            <a:endParaRPr lang="en-US" sz="1000" dirty="0"/>
          </a:p>
        </p:txBody>
      </p:sp>
      <p:pic>
        <p:nvPicPr>
          <p:cNvPr id="21" name="Image 0" descr="/Users/mfm/.codex/.chatgpt-projects/g-p-6a9c48b684508191a6d792b88ea543d7/slough-media-walls/assets/chimney-before-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960120"/>
            <a:ext cx="397764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777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07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90-DAY DELIVERY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first.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7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performance.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2880360"/>
            <a:ext cx="24871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12724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1–3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strategy, identity, content direction, UX architecture.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2880360"/>
            <a:ext cx="24871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312724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4–6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93592" y="36576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 product design, technical build, tracking plan.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27064" y="2880360"/>
            <a:ext cx="2487168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9944" y="312724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B86A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7–9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9944" y="36576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production, CRM/email/calendar connections, QA.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43416" y="2880360"/>
            <a:ext cx="2487168" cy="2011680"/>
          </a:xfrm>
          <a:prstGeom prst="rect">
            <a:avLst/>
          </a:prstGeom>
          <a:solidFill>
            <a:srgbClr val="B86A3B"/>
          </a:solidFill>
          <a:ln w="12700">
            <a:solidFill>
              <a:srgbClr val="B86A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26296" y="312724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10–12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226296" y="3657600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launch, creative tests, reporting and iteration.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623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774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design leadership anchors every phase: coherent expression first, then measurable conversion.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37376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AA7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&amp; FRAME  /  08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DECISION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premium feel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D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a credible local brand with a repeatable digital system: beautiful enough to command attention, technical enough to capture demand.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2AF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 Confirm your design scope &amp; creative direction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 Set launch KPIs: booked visits, quote rate, cost per visit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502920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 Connect calendar, CRM and email delivery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539496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 Build launch portfolio &amp; start local tests</a:t>
            </a:r>
            <a:endParaRPr lang="en-US" sz="1000" dirty="0"/>
          </a:p>
        </p:txBody>
      </p:sp>
      <p:pic>
        <p:nvPicPr>
          <p:cNvPr id="10" name="Image 0" descr="/Users/mfm/.codex/.chatgpt-projects/g-p-6a9c48b684508191a6d792b88ea543d7/slough-media-walls/assets/burnham-before-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94360"/>
            <a:ext cx="425196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 &amp; Frame — Branded Growth &amp; Product Blueprint</dc:title>
  <dc:subject>PptxGenJS Presentation</dc:subject>
  <dc:creator>Form &amp; Frame</dc:creator>
  <cp:lastModifiedBy>Form &amp; Frame</cp:lastModifiedBy>
  <cp:revision>1</cp:revision>
  <dcterms:created xsi:type="dcterms:W3CDTF">2026-09-05T21:50:43Z</dcterms:created>
  <dcterms:modified xsi:type="dcterms:W3CDTF">2026-09-05T21:50:43Z</dcterms:modified>
</cp:coreProperties>
</file>